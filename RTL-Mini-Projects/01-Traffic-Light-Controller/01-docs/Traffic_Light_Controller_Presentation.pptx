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0045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34840"/>
            <a:ext cx="12188952" cy="2423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85800"/>
            <a:ext cx="347472" cy="347472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85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87552" y="685800"/>
            <a:ext cx="347472" cy="347472"/>
          </a:xfrm>
          <a:prstGeom prst="ellipse">
            <a:avLst/>
          </a:prstGeom>
          <a:solidFill>
            <a:srgbClr val="E8B33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87552" y="685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26464" y="685800"/>
            <a:ext cx="347472" cy="347472"/>
          </a:xfrm>
          <a:prstGeom prst="ellipse">
            <a:avLst/>
          </a:prstGeom>
          <a:solidFill>
            <a:srgbClr val="3E91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26464" y="685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MINI PROJECT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7830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Light Controller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880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Synchronous Moore FSM-Based RTL Design for a Four-Way Intersection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92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Pruthviraj Kalashetty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[USN :- 3LA24EC036]  •  5th Semester, ECE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8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[LAEC, Bidar / Visvesvaraya Technological University]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verify a synthesizable Verilog controller for a four-way road intersection, operating two opposing traffic flows — North/South and East/West — such that conflicting flows are never simultaneously granted right-of-way.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16002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Synchronous, parameterizable Moore FSM in fully synthesizable Verilog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6974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26517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Cycle-accurate timing via an internal counter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37490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37033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Latch-free, glitch-free (Moore) output behavior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4800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4800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47548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verified safety invariants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Controller — RTL Mini Project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— Version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EAF3E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365760" cy="365760"/>
          </a:xfrm>
          <a:prstGeom prst="ellipse">
            <a:avLst/>
          </a:prstGeom>
          <a:solidFill>
            <a:srgbClr val="3E91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71600" y="18470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✓"/>
            </a:pPr>
            <a:r>
              <a:rPr lang="en-US" sz="14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FSM, single clock, sync. reset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✓"/>
            </a:pPr>
            <a:r>
              <a:rPr lang="en-US" sz="14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green / yellow / all-red timing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✓"/>
            </a:pPr>
            <a:r>
              <a:rPr lang="en-US" sz="14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NS and EW light outputs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✓"/>
            </a:pPr>
            <a:r>
              <a:rPr lang="en-US" sz="14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Testbench verifying sequence, timing, safety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BEAEA"/>
          </a:solidFill>
          <a:ln/>
        </p:spPr>
      </p:sp>
      <p:sp>
        <p:nvSpPr>
          <p:cNvPr id="9" name="Shape 7"/>
          <p:cNvSpPr/>
          <p:nvPr/>
        </p:nvSpPr>
        <p:spPr>
          <a:xfrm>
            <a:off x="6629400" y="1828800"/>
            <a:ext cx="365760" cy="36576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0" y="18470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42316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✗"/>
            </a:pPr>
            <a:r>
              <a:rPr lang="en-US" sz="14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crossing requests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✗"/>
            </a:pPr>
            <a:r>
              <a:rPr lang="en-US" sz="14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sensors / adaptive timing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✗"/>
            </a:pPr>
            <a:r>
              <a:rPr lang="en-US" sz="14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Emergency-vehicle pre-emption, flashing mode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✗"/>
            </a:pPr>
            <a:r>
              <a:rPr lang="en-US" sz="14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left-turn phases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Controller — RTL Mini Project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Safety Requirements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114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FR-01/02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to NS_GREEN; strict cyclic sequence NS→EW→NS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FR-03–05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/ Yellow / All-Red durations are parameterized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FR-06/07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Opposing flow stays RED during green/yellow/all-red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SR-01/02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 and EW never simultaneously GREEN or YELLOW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SR-03/04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hand-off passes through all-red; invalid states recover safely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Controller — RTL Mini Project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Specification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675120" cy="29260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clock, positive-edge triggered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Synchronous, active-high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north_south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 light indication (one-hot)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east_west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 light indication (one-hot)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69164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</p:spPr>
      </p:sp>
      <p:sp>
        <p:nvSpPr>
          <p:cNvPr id="4" name="Text 3"/>
          <p:cNvSpPr txBox="1"/>
          <p:nvPr/>
        </p:nvSpPr>
        <p:spPr>
          <a:xfrm>
            <a:off x="786384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ENCODING (ONE-HOT)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863840" y="2514600"/>
            <a:ext cx="457200" cy="45720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03920" y="24963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966960" y="249631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3'b100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863840" y="3291840"/>
            <a:ext cx="457200" cy="457200"/>
          </a:xfrm>
          <a:prstGeom prst="ellipse">
            <a:avLst/>
          </a:prstGeom>
          <a:solidFill>
            <a:srgbClr val="E8B33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03920" y="327355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YELLOW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9966960" y="32735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3'b010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863840" y="4069080"/>
            <a:ext cx="457200" cy="457200"/>
          </a:xfrm>
          <a:prstGeom prst="ellipse">
            <a:avLst/>
          </a:prstGeom>
          <a:solidFill>
            <a:srgbClr val="3E91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03920" y="405079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9966960" y="40507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3'b001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Controller — RTL Mini Project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FSM State Definition — Six-State Moore FSM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480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NS_GREEN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E9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GREEN_CYCLES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NS_YELLOW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NS_YELLOW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YELLOW_CYCLES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ALL_RED_TO_EW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ALL_RED_TO_EW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ALL_RED_CYCLES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EW_GREEN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EW_GREEN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E9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GREEN_CYCLES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EW_YELLOW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EW_YELLOW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C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YELLOW_CYCLES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ALL_RED_TO_NS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ALL_RED_TO_NS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ALL_RED_CYCLES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NS_GREEN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Controller — RTL Mini Project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Diagram</a:t>
            </a:r>
            <a:endParaRPr lang="en-US" sz="3200" dirty="0"/>
          </a:p>
        </p:txBody>
      </p:sp>
      <p:pic>
        <p:nvPicPr>
          <p:cNvPr id="4" name="Image 0" descr="images/block-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1560" y="1554480"/>
            <a:ext cx="10058400" cy="4480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Controller — RTL Mini Project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Diagram</a:t>
            </a:r>
            <a:endParaRPr lang="en-US" sz="3200" dirty="0"/>
          </a:p>
        </p:txBody>
      </p:sp>
      <p:pic>
        <p:nvPicPr>
          <p:cNvPr id="4" name="Image 0" descr="images/state-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920240"/>
            <a:ext cx="1051560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Controller — RTL Mini Project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Approach — Three-Process FSM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Register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A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(@posedge clk): holds current state + elapsed-cycle counter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8803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Next-State Logic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47472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A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Combinational: computes next state from current state, counter, and timing parameters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194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8803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Logic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47472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A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Combinational: decodes current state into NS / EW light outputs (Moore — no input dependency)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Moore FSM: outputs depend only on state — no combinational glitches on input/counter transitions.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Controller — RTL Mini Project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Model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GREEN_CYCLES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210312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3246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YELLOW_CYCLES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10312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4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3246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ALL_RED_CYCLES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10312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8B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</a:t>
            </a:r>
            <a:endParaRPr lang="en-US" sz="64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3246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/ full cycle*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7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one full FSM cycle = 16 clock cycles × 10 ns clock period = 160 ns; all durations expressed in clock cycles, not real-world seconds.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20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state has a dwell counter that increments every clock edge; when it reaches the configured duration, the FSM advances and the counter resets.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Controller — RTL Mini Project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RTL Implementation — Highlights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400800" cy="4434840"/>
          </a:xfrm>
          <a:prstGeom prst="roundRect">
            <a:avLst>
              <a:gd name="adj" fmla="val 1237"/>
            </a:avLst>
          </a:prstGeom>
          <a:solidFill>
            <a:srgbClr val="1B1F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5852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FSM State Encoding (localparam — fixed internally)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localparam [2:0] NS_GREEN = 3'd0;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localparam [2:0] ALL_RED_TO_EW = 3'd2;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Sequential: state + counter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@(posedge clk) begin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(reset) begin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 &lt;= NS_GREEN; count &lt;= 0;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else begin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 &lt;= next_state;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default: next_state = ALL_RED_TO_EW; // safe recovery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1828800"/>
            <a:ext cx="4389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Two-process combinational logic, blocking assignments, default in every case → latch-free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for user-configurable timing; localparam for fixed state/light encoding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active-high reset, single clock domain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states recover through ALL_RED_TO_EW, not directly to green (SR-04)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Controller — RTL Mini Project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Approach &amp; Test Cases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Icarus Verilog</a:t>
            </a:r>
            <a:r>
              <a:rPr lang="en-US" sz="15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simulation  • 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GTKWave</a:t>
            </a:r>
            <a:r>
              <a:rPr lang="en-US" sz="15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waveform inspection  •  continuous self-checking testbench for safety invariants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35661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→ NS_GREEN, counter = 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TC-02 – 05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FR-02–05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/ yellow / all-red timing, first hand-off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TC-06 – 08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FR-02, FR-04/05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 yellow, second all-red, full-cycle wraparound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TC-09 / 10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SR-01 / SR-02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simultaneous green / yellow (continuous check)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Controller — RTL Mini Project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Results — Status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EAF3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E5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10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5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7472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✓"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behavior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✓"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green / yellow timing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✓"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all-red clearance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✓"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simultaneous green/yellow (continuous)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DF3E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920240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9C6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10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92608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C6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extended-run confirmation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47472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○"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 yellow timing (TC-06)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○"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all-red clearance (TC-07)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○"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Full-cycle wraparound to NS_GREEN (TC-08)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51663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extending simulation to 300 ns (one full 160 ns cycle + margin).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Controller — RTL Mini Project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4805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FSM style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external inputs beyond clk/reset — glitch-free outputs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encoding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(3 bits)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states fit in 3 bits; more compact than one-hot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encoding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bit maps directly to one physical lamp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Synchronous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clean clock domain, simpler timing closure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All-red states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(EW / 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Preserves direction context for future extensions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Controller — RTL Mini Project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synthesizable, synchronous Traffic Light Controller was designed and verified end-to-end — requirements, FSM specification, RTL implementation, and testbench-based verification against explicit safety invariants.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crossing phase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NS / EW green durations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Sensor-triggered adaptive timing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Emergency-vehicle pre-emption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Multi-intersection coordination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943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1101</Words>
  <Application>Microsoft Office PowerPoint</Application>
  <PresentationFormat>Widescreen</PresentationFormat>
  <Paragraphs>262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pruthvirajak7171@outlook.com</cp:lastModifiedBy>
  <cp:revision>2</cp:revision>
  <dcterms:created xsi:type="dcterms:W3CDTF">2026-09-17T06:42:36Z</dcterms:created>
  <dcterms:modified xsi:type="dcterms:W3CDTF">2026-09-17T06:52:14Z</dcterms:modified>
</cp:coreProperties>
</file>